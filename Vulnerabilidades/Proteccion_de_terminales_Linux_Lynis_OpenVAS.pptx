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  <p:sldMasterId id="2147483652" r:id="rId5"/>
    <p:sldMasterId id="2147483654" r:id="rId6"/>
    <p:sldMasterId id="2147483656" r:id="rId7"/>
    <p:sldMasterId id="2147483658" r:id="rId8"/>
    <p:sldMasterId id="2147483660" r:id="rId9"/>
    <p:sldMasterId id="2147483662" r:id="rId10"/>
    <p:sldMasterId id="2147483664" r:id="rId11"/>
    <p:sldMasterId id="2147483666" r:id="rId12"/>
    <p:sldMasterId id="2147483668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</p:sldIdLst>
  <p:sldSz cy="6858000" cx="12192000"/>
  <p:notesSz cx="7559675" cy="10691800"/>
  <p:embeddedFontLst>
    <p:embeddedFont>
      <p:font typeface="Play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i4UcIXMuNhQh8oh9Miiq8L5Gq8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6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1" Type="http://schemas.openxmlformats.org/officeDocument/2006/relationships/theme" Target="theme/theme9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9" Type="http://schemas.openxmlformats.org/officeDocument/2006/relationships/font" Target="fonts/Play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20" Type="http://schemas.openxmlformats.org/officeDocument/2006/relationships/slide" Target="slides/slide6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9" Type="http://schemas.openxmlformats.org/officeDocument/2006/relationships/slide" Target="slides/slide15.xml"/><Relationship Id="rId51" Type="http://customschemas.google.com/relationships/presentationmetadata" Target="metadata"/><Relationship Id="rId50" Type="http://schemas.openxmlformats.org/officeDocument/2006/relationships/font" Target="fonts/Play-bold.fntdata"/><Relationship Id="rId11" Type="http://schemas.openxmlformats.org/officeDocument/2006/relationships/slideMaster" Target="slideMasters/slideMaster9.xml"/><Relationship Id="rId10" Type="http://schemas.openxmlformats.org/officeDocument/2006/relationships/slideMaster" Target="slideMasters/slideMaster8.xml"/><Relationship Id="rId13" Type="http://schemas.openxmlformats.org/officeDocument/2006/relationships/slideMaster" Target="slideMasters/slideMaster11.xml"/><Relationship Id="rId12" Type="http://schemas.openxmlformats.org/officeDocument/2006/relationships/slideMaster" Target="slideMasters/slideMaster10.xml"/><Relationship Id="rId15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9" Type="http://schemas.openxmlformats.org/officeDocument/2006/relationships/slide" Target="slides/slide5.xml"/><Relationship Id="rId1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3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"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3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3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4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4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4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4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4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8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4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5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2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5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5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5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9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8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6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2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0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7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3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35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35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3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3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3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39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3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3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3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4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4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4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43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4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4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4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45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4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4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4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47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4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4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4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49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49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49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49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8" name="Google Shape;88;p4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9" name="Google Shape;89;p4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4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5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5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9" name="Google Shape;99;p5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3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7" name="Google Shape;107;p53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8" name="Google Shape;108;p53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p5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" name="Google Shape;110;p5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1" name="Google Shape;111;p5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5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55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55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p5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5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5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edium.com/@boristheblade1/configuring-auditd-in-linux-6d1f6e100079" TargetMode="External"/><Relationship Id="rId4" Type="http://schemas.openxmlformats.org/officeDocument/2006/relationships/hyperlink" Target="https://www.redhat.com/en/blog/configure-linux-auditing-audit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3537000" y="320040"/>
            <a:ext cx="5086800" cy="56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Protección de terminales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914400" y="2057400"/>
            <a:ext cx="1033236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Análisis de seguridad de hosts Linux con Lynis, OpenVAS y una distribución orientada a seguridad.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4246560" y="320040"/>
            <a:ext cx="366804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Objetivos de la clase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731520" y="1234440"/>
            <a:ext cx="10789560" cy="21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Comprender por qué la protección del endpoint forma parte de la seguridad de una organización.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Relacionar superficie de ataque, firewall basado en host, HIDS y evaluación de vulnerabilidades.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Realizar una auditoría local de un host Linux utilizando Lynis.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Detectar una falencia, corregirla y comparar el reporte antes y después.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Realizar una evaluación con OpenVAS/Greenbone y analizar sus resultados.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Repetir el proceso desde una distribución Linux orientada a seguridad y comparar enfoques.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108960" y="320040"/>
            <a:ext cx="594324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¿Por qué proteger los terminales?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731520" y="1234440"/>
            <a:ext cx="10789560" cy="259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Las organizaciones necesitan conectarse a redes públicas para acceder a Internet y ofrecer servicios.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Cada host conectado puede convertirse en un punto de entrada, persistencia o movimiento lateral.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seguridad no termina en el perímetro: un atacante que compromete un host interno puede utilizarlo como punto de partida para alcanzar otros sistemas.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evaluación periódica permite descubrir configuraciones débiles y vulnerabilidades antes de que sean aprovechadas.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tarea de laboratorio debe realizarse exclusivamente sobre sistemas propios o sobre los que exista autorización explícita.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232160" y="320040"/>
            <a:ext cx="369684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Superficie de ataque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31520" y="1234440"/>
            <a:ext cx="10789560" cy="248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superficie de ataque es el conjunto de vulnerabilidades y puntos expuestos a los que potencialmente puede acceder un atacante.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Incluye puertos y servicios de red, aplicaciones, software del sistema operativo, protocolos, configuraciones y cuentas.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En Linux, la superficie puede reducirse deshabilitando servicios innecesarios, limitando puertos, aplicando actualizaciones y configurando correctamente el acceso remoto.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superficie de ataque cambia con el tiempo: instalar software, habilitar un servicio o modificar una regla de firewall puede aumentarla o reducirla.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/>
        </p:nvSpPr>
        <p:spPr>
          <a:xfrm>
            <a:off x="1018542" y="174477"/>
            <a:ext cx="10744500" cy="6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Comandos Ubuntu: Identificación &amp; Sockets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1. Verificar versión exacta del Kernel y OS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uname -r &amp;&amp; lsb_release -a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2. Auditar sockets TCP/UDP en escucha con PID/Proceso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ss -tulpn</a:t>
            </a:r>
            <a:b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netstat -l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3. Listar archivos y sockets abiertos por red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lsof -i -P -n | grep LISTEN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4. Servicios habilitados al inicio del sistema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systemctl list-unit-files --state=enabled –type=service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5. nc -zv 127.0.0.1 22</a:t>
            </a:r>
            <a:br>
              <a:rPr lang="en-US" sz="2400"/>
            </a:br>
            <a:r>
              <a:rPr b="0" lang="en-US" sz="2400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printf "GET / HTTP/1.1\r\nHost: www.google.com\r\nConnection: close\r\n\r\n" | nc www.google.com 80</a:t>
            </a:r>
            <a:endParaRPr b="0" sz="2400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458080" y="320040"/>
            <a:ext cx="724500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Defensa en profundidad en un host Linux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31520" y="1234440"/>
            <a:ext cx="10789560" cy="233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No existe una única herramienta que garantice la seguridad del endpoint.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Controles preventivos: actualizaciones, mínimo privilegio, autenticación fuerte, firewall y desactivación de servicios innecesarios.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Controles de detección: logs, HIDS, comprobación de integridad y monitoreo.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Evaluación: auditorías de configuración y escáneres de vulnerabilidades.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El objetivo es combinar controles para que una falla individual no implique automáticamente el compromiso del sistema.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/>
        </p:nvSpPr>
        <p:spPr>
          <a:xfrm>
            <a:off x="996480" y="180000"/>
            <a:ext cx="10523520" cy="640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Comandos Ubuntu: Configuración UFW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Estado detallado de UFW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ufw status verbose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Configurar política por defecto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ufw default deny incoming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ufw default allow outgoing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Permitir SSH restrictivo por IP/Subred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ufw allow from 192.168.1.0/24 to any port 22 proto tcp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Inspeccionar reglas traducidas en nftables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nft list ruleset | head -n 20 </a:t>
            </a:r>
            <a:endParaRPr b="0" sz="2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107160" y="320040"/>
            <a:ext cx="594648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HIDS: detección basada en el host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31520" y="1234440"/>
            <a:ext cx="10789560" cy="489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Un HIDS monitorea el propio sistema para detectar comportamientos, cambios o eventos sospechosos.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Puede analizar registros, configuración, procesos y cambios en archivos.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Las detecciones pueden basarse en firmas, anomalías o políticas predefinidas.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El concepto complementa al firewall: el firewall controla comunicaciones; el HIDS observa actividad y cambios en el sistema.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92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Ejemplos históricos del material de referencia incluyen OSSEC y herramientas de integridad como Tripwire.</a:t>
            </a:r>
            <a:br>
              <a:rPr lang="en-US" sz="1700">
                <a:latin typeface="Calibri"/>
                <a:ea typeface="Calibri"/>
                <a:cs typeface="Calibri"/>
                <a:sym typeface="Calibri"/>
              </a:rPr>
            </a:b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1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AppArmor</a:t>
            </a: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: Control de acceso obligatorio (MAC) nativo activo.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1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Auditd</a:t>
            </a: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: Subsistema del kernel para auditoría de llamadas al sistema.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1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Wazuh</a:t>
            </a: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AIDE</a:t>
            </a: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: Estándar actual para FIM (File Integrity Monitoring) y HIDS distribuido.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t/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/>
        </p:nvSpPr>
        <p:spPr>
          <a:xfrm>
            <a:off x="900000" y="123374"/>
            <a:ext cx="10048200" cy="5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Comandos Ubuntu: Verificación HIDS &amp; MAC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1. Estado de perfiles AppArmor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aa-status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2. Reglas activas del subsistema de auditoría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apt-get install auditd audispd-plugins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auditctl -l</a:t>
            </a:r>
            <a:br>
              <a:rPr lang="en-US" sz="2600"/>
            </a:br>
            <a:r>
              <a:rPr b="0" lang="en-US" sz="26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https://medium.com/@boristheblade1/configuring-auditd-in-linux-6d1f6e100079</a:t>
            </a:r>
            <a:r>
              <a:rPr b="0" lang="en-US" sz="26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https://www.redhat.com/en/blog/configure-linux-auditing-auditd</a:t>
            </a: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600"/>
            </a:b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3. Inicializar / Verificar AIDE (File Integrity)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aideinit &amp;&amp; sudo aide --check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4. Estado del agente Wazuh (si está desplegado)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systemctl status wazuh-agent 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975120" y="320040"/>
            <a:ext cx="421056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Dos tipos de evaluación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31520" y="1234440"/>
            <a:ext cx="10789560" cy="248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Auditoría local: la herramienta se ejecuta en el propio host y analiza su configuración y postura de seguridad.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Escaneo remoto: una herramienta desde otro sistema identifica servicios, versiones y vulnerabilidades accesibles por red.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Un análisis con credenciales puede obtener información más profunda porque puede revisar el sistema desde dentro.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Por eso Lynis y OpenVAS no son equivalentes: responden preguntas diferentes y sus resultados se complementan.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2727000" y="320040"/>
            <a:ext cx="670680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Lynis: auditoría de seguridad en Linux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731520" y="1234440"/>
            <a:ext cx="10789560" cy="259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Lynis es una herramienta de auditoría para sistemas tipo Unix/Linux.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Realiza comprobaciones sobre configuración, servicios, autenticación, permisos, kernel, red, logging y otros componentes.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El resultado incluye advertencias y sugerencias que permiten priorizar mejoras.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Su valor principal en esta práctica es observar el estado del host antes y después de una modificación concreta.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puntuación o el resultado global debe interpretarse junto con las advertencias: una mejora numérica no implica que todo el sistema sea seguro.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2800080" y="320040"/>
            <a:ext cx="656064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Preparación del laboratorio con Lynis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731520" y="1234440"/>
            <a:ext cx="10789560" cy="233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Utilizar una máquina virtual o un host Linux de laboratorio para evitar afectar sistemas productivos.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Actualizar los paquetes del sistema antes de comenzar, registrando qué cambios se realizan.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Instalar Lynis desde el mecanismo de paquetes de la distribución o desde una fuente confiable.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Guardar el reporte inicial y anotar la fecha, versión del sistema, versión de Lynis y configuración relevante.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No modificar múltiples controles simultáneamente si se quiere medir con claridad el impacto de una corrección.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3232440" y="320040"/>
            <a:ext cx="569628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Primera ejecución: línea de base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731520" y="1234440"/>
            <a:ext cx="1078956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La primera auditoría debe considerarse una línea de base. El objetivo no es corregir inmediatamente todo lo que aparezca, sino identificar una o más falencias relevantes, comprender su causa y seleccionar una corrección controlada.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Registrar advertencias, sugerencias y pruebas relevantes.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Elegir una falencia que sea segura de corregir en el entorno de laboratorio.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Documentar el estado original antes de modificar el sistema.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2534400" y="320040"/>
            <a:ext cx="709236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Ejemplo de falencia: servicio innecesario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731520" y="1234440"/>
            <a:ext cx="10789560" cy="25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Una situación típica es encontrar un servicio de red habilitado que no es necesario para el propósito del host.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corrección consiste en determinar qué servicio es, comprobar sus dependencias y detenerlo/deshabilitarlo si realmente no es requerido.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Antes de actuar hay que verificar que el servicio no sea utilizado por otra función del sistema.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Después de la modificación se vuelve a ejecutar Lynis y se comparan los resultados.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evidencia debe mostrar qué recomendación estaba presente, qué cambio se hizo y qué cambió en el reporte.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t/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3476880" y="320040"/>
            <a:ext cx="520740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Antes y después: ¿qué medir?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731520" y="1234440"/>
            <a:ext cx="1078956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Cantidad y severidad de advertencias relevantes.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Resultado o hardening index reportado por Lynis, cuando corresponda.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Recomendaciones asociadas a la configuración modificada.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Servicios o puertos que dejaron de estar expuestos.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Impacto operativo: comprobar que el host sigue cumpliendo su función.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No presentar una mejora de puntuación como prueba absoluta de seguridad: es un indicador dentro de una auditoría.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/>
          <p:nvPr/>
        </p:nvSpPr>
        <p:spPr>
          <a:xfrm>
            <a:off x="1260000" y="707040"/>
            <a:ext cx="9360000" cy="523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Comandos Ubuntu: Remediación &amp; Validación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1. Detener y deshabilitar servicio no requerido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systemctl stop avahi-daemon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systemctl disable avahi-daemon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2. Enmascarar servicio (previene activación indirecta)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systemctl mask avahi-daemon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3. Verificar que la puerta/puerto quedó cerrada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ss -tulpn | grep 5353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4. Comparar reportes antes y después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 -u report-before.dat report-after.dat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2430720" y="320040"/>
            <a:ext cx="729972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Preguntas que debe responder el informe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731520" y="1234440"/>
            <a:ext cx="10789560" cy="256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¿Qué falencia detectaron?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¿Por qué representa un riesgo?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¿Qué evidencia proporcionó Lynis?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¿Cómo la repararon?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¿Qué precauciones tomaron antes de modificar el sistema?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¿Qué cambió en el reporte posterior?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¿La corrección tuvo algún impacto sobre la disponibilidad o funcionalidad del host?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111560" y="320040"/>
            <a:ext cx="393768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OpenVAS / Greenbone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731520" y="1234440"/>
            <a:ext cx="10789560" cy="2220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OpenVAS forma parte del ecosistema de evaluación de vulnerabilidades de Greenbone.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 diferencia de una auditoría local como Lynis, un escáner de vulnerabilidades busca identificar problemas en servicios y sistemas accesibles por red.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evaluación puede realizarse de forma remota y puede incorporar credenciales para obtener información adicional del host.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Los resultados incluyen vulnerabilidades, severidades y evidencias que deben analizarse antes de decidir una remediación.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819880" y="320040"/>
            <a:ext cx="652104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Conceptos: Target, Task y Credentials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731520" y="1234440"/>
            <a:ext cx="10789560" cy="259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Target: define el sistema o conjunto de sistemas que se va a evaluar, incluyendo sus direcciones y parámetros de escaneo.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Task: define la ejecución del análisis, incluyendo el target y la configuración del escaneo.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Credentials: permiten realizar comprobaciones autenticadas, por ejemplo mediante SSH, cuando la configuración del laboratorio lo permite.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El escaneo autenticado puede revelar información que no es visible desde el exterior.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Las credenciales deben ser de laboratorio y con privilegios mínimos compatibles con las comprobaciones necesarias.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2698920" y="320040"/>
            <a:ext cx="676332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Secuencia de laboratorio con OpenVAS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731520" y="1234440"/>
            <a:ext cx="10789560" cy="256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1. Preparar el host Linux objetivo y comprobar conectividad desde la máquina que ejecutará el escaneo.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2. Crear el Target con la dirección del host autorizado.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3. Configurar las credenciales SSH si se utilizará un análisis autenticado.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4. Crear una nueva Task asociada al Target y ejecutar el escaneo.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5. Analizar los resultados y seleccionar una falencia relevante y corregible.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6. Aplicar la remediación en el host.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7. Ejecutar nuevamente el análisis y comparar el resultado.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2342880" y="320040"/>
            <a:ext cx="747504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Interpretar resultados de vulnerabilidades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731520" y="1234440"/>
            <a:ext cx="10789560" cy="233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severidad ayuda a priorizar, pero no reemplaza el análisis del contexto.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Una vulnerabilidad crítica en un servicio inaccesible desde la red relevante puede tener un riesgo diferente al de una vulnerabilidad similar expuesta públicamente.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Revisar siempre el servicio, puerto, versión, evidencia y condiciones necesarias para explotar el problema.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Distinguir entre vulnerabilidad confirmada, posible falso positivo y recomendación de configuración.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Documentar la evidencia antes y después de la remediación.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3270960" y="320040"/>
            <a:ext cx="561888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Comparación: Lynis vs OpenVAS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731520" y="1234440"/>
            <a:ext cx="10789560" cy="259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Lynis: visión principalmente local y orientada a la configuración y postura de seguridad del sistema.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OpenVAS/Greenbone: visión principalmente de evaluación de vulnerabilidades desde la red, con posibilidad de análisis autenticado.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Lynis ayuda a responder: «¿cómo está configurado este Linux y qué puedo endurecer?»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OpenVAS ayuda a responder: «¿qué vulnerabilidades puedo detectar en este sistema desde una perspectiva de red?»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Usadas juntas, las herramientas permiten contrastar configuración interna y exposición/vulnerabilidades.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2215080" y="320040"/>
            <a:ext cx="773100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Distribuciones Linux orientadas a seguridad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731520" y="1234440"/>
            <a:ext cx="10789560" cy="2220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Una distribución orientada a seguridad reúne herramientas para pruebas, análisis y evaluación de sistemas.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Ejemplos conocidos incluyen Kali Linux y Parrot Security OS.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Estas distribuciones no convierten automáticamente un sistema en seguro: proporcionan herramientas y un entorno preparado para realizar tareas de seguridad.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Para esta práctica, la distribución puede utilizarse como estación de análisis desde la cual ejecutar herramientas contra el host Linux autorizado.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1514880" y="320040"/>
            <a:ext cx="913140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Tercera etapa: repetir desde una distro de seguridad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731520" y="1234440"/>
            <a:ext cx="10789560" cy="233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Arrancar una distribución orientada a seguridad en una máquina virtual o equipo de laboratorio.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Verificar conectividad con el host objetivo.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Ejecutar uno de los analizadores utilizados anteriormente, manteniendo el mismo objetivo cuando sea posible.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Comparar qué información aparece, qué herramientas están disponibles y qué cambia al trabajar desde una estación especializada.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Separar claramente las capacidades de la distribución de las capacidades de la herramienta utilizada.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/>
          <p:nvPr/>
        </p:nvSpPr>
        <p:spPr>
          <a:xfrm>
            <a:off x="1260000" y="720000"/>
            <a:ext cx="9360000" cy="602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Reconocimiento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1. Escaneo de puertos TCP con detección de versión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nmap -sS -sV -O -p- 192.168.1.50 -oA target_scan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2. Auditoría de vulnerabilidades con scripts NSE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nmap --script vuln 192.168.1.50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3. Escaneo de servicios web expuestos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nikto -h http://192.168.1.50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4. Escaneo de cifrados TLS/SSL débiles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testssl.sh 192.168.1.50:443 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2872440" y="320040"/>
            <a:ext cx="641592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¿Qué diferencias deberían observar?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731520" y="1234440"/>
            <a:ext cx="10789560" cy="259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Una distro de seguridad facilita la instalación y disponibilidad de muchas herramientas especializadas.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Puede incorporar utilidades de reconocimiento, análisis de red, evaluación de vulnerabilidades, forense y pruebas de seguridad.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El resultado de Lynis debería depender principalmente del host auditado, no de que la estación sea una distro de seguridad.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En un escaneo de red, la estación de análisis puede influir en conectividad, rutas, herramientas disponibles y facilidad para automatizar pruebas.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diferencia fundamental es el entorno de trabajo, no una supuesta «magia» adicional en el escáner.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3288600" y="320040"/>
            <a:ext cx="558360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¿Para qué usaría cada enfoque?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731520" y="1234440"/>
            <a:ext cx="1078956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Lynis: auditorías periódicas de servidores Linux, hardening y revisión de configuración.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OpenVAS/Greenbone: gestión de vulnerabilidades y evaluación sistemática de hosts y servicios.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Distro de seguridad: estación de trabajo para profesionales, laboratorios y ejercicios donde se necesitan muchas herramientas.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HIDS: monitoreo continuo y detección de cambios o comportamientos sospechosos.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Firewall: reducción de superficie de ataque mediante control de comunicaciones.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práctica de seguridad real combina estas capas según el riesgo y el contexto.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3687840" y="320040"/>
            <a:ext cx="478512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Metodología recomendada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731520" y="1234440"/>
            <a:ext cx="1078956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Preparar → medir → corregir → volver a medir.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No modificar el sistema antes de capturar la línea de base.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Registrar exactamente qué versión de cada herramienta y sistema operativo se utilizó.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Realizar una única modificación significativa por iteración cuando el objetivo sea atribuir el cambio a una causa concreta.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Conservar evidencia: capturas, reportes, comandos utilizados y explicación de la remediación.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Validar siempre que la corrección no haya roto un servicio legítimo.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3862440" y="320040"/>
            <a:ext cx="443592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Seguridad y autorización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731520" y="1234440"/>
            <a:ext cx="10789560" cy="259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Un escaneo de vulnerabilidades genera tráfico que puede ser interpretado como actividad hostil.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No ejecutar OpenVAS, escaneos de puertos ni pruebas de seguridad contra redes o sistemas ajenos sin autorización.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Para el laboratorio, utilizar máquinas virtuales, una red aislada o infraestructura explícitamente autorizada.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Las credenciales utilizadas en OpenVAS deben ser específicas del laboratorio y no reutilizar contraseñas personales.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autorización y el alcance forman parte de la práctica de seguridad, no son un detalle administrativo.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3601800" y="320040"/>
            <a:ext cx="495720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Actividad práctica completa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731520" y="1234440"/>
            <a:ext cx="10789560" cy="233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Parte A — Lynis: instalar, ejecutar, registrar línea de base, seleccionar una falencia, corregirla y repetir.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Parte B — OpenVAS: crear Target, configurar Credentials, crear Task, ejecutar, analizar, corregir una falencia y repetir.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Parte C — Distro de seguridad: repetir un análisis y comparar resultados y experiencia.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Entregable: evidencias de los tres pasos, explicación técnica de una remediación y comparación antes/después.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Conclusión: explicar qué herramienta utilizarían en un escenario real y por qué.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4095720" y="320040"/>
            <a:ext cx="396972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Checklist de evidencia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731520" y="1234440"/>
            <a:ext cx="10789560" cy="368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Sistema operativo y versión del host.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Topología o descripción breve del laboratorio.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Resultado inicial de Lynis.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Falencia seleccionada y justificación.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Cambio aplicado y comandos/configuración relevantes.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Resultado posterior de Lynis.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Target, Task y Credentials configurados en OpenVAS.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Resultado inicial y posterior de OpenVAS.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Análisis desde la distribución orientada a seguridad.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Comparación final y conclusiones.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3827520" y="320040"/>
            <a:ext cx="450612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Preguntas para discusión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731520" y="1234440"/>
            <a:ext cx="10789560" cy="21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¿Una puntuación alta de hardening significa que no existen vulnerabilidades?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¿Puede un host tener una buena configuración local y seguir siendo vulnerable desde la red?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¿Qué información adicional aporta un escaneo autenticado?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¿Qué riesgos introduce dejar habilitado un servicio que no se utiliza?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¿Cuándo conviene priorizar una vulnerabilidad sobre una recomendación de hardening?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¿Qué herramienta ejecutarían periódicamente y cuál usarían durante una evaluación puntual?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2443680" y="320040"/>
            <a:ext cx="7273800" cy="50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Resumen: protección de terminales Linux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731520" y="1234440"/>
            <a:ext cx="1078956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Los terminales son una parte fundamental de la superficie de ataque de una organización.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defensa en profundidad combina prevención, reducción de superficie, detección y evaluación.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El firewall basado en host controla comunicaciones; HIDS observa actividad y cambios; los auditores y escáneres identifican debilidades.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Lynis y OpenVAS ofrecen perspectivas diferentes y complementarias.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comparación antes/después permite demostrar el efecto concreto de una remediación.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seguridad efectiva es un proceso continuo de medir, corregir y volver a medir.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3755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5397840" y="320040"/>
            <a:ext cx="1365120" cy="56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strike="noStrike">
                <a:solidFill>
                  <a:srgbClr val="1F3755"/>
                </a:solidFill>
                <a:latin typeface="Play"/>
                <a:ea typeface="Play"/>
                <a:cs typeface="Play"/>
                <a:sym typeface="Play"/>
              </a:rPr>
              <a:t>Cierre</a:t>
            </a:r>
            <a:endParaRPr b="0" sz="3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914400" y="2057400"/>
            <a:ext cx="1033236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La pregunta central no es solamente «¿qué vulnerabilidades tiene el host?», sino «¿qué podemos demostrar, corregir y volver a medir?».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5186880" y="6473880"/>
            <a:ext cx="178740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Protección de terminales — Linux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